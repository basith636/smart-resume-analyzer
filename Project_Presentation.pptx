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Smart Resume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AI-Based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AI Capstone Project • Mohammed Abdul Basith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88336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SkillOrbit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SkillOrbit AI Capstone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Students often lack awareness of ATS requirements, relevant technical skills, formatting standards and role-specific keywords.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Goal: provide an explainable resume analysis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SkillOrbit AI Capstone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Upload PDF/DOCX resumes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Extract and process resume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88336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Generate resume and ATS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5264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Identify role-based skill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22191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Generate improvement suggestions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Display results on a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SkillOrbit AI Capstone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1. Upload resume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2. Extract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88336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3. Process resume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5264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4. Calculate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22191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5. Match ATS keywords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6. Generate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56048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7. Display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SkillOrbit AI Capstone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Resume Upload &amp;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Resume Score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88336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ATS Keyword Checker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5264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Smart Feedback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22191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Dashboard &amp; Report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SkillOrbit AI Capstone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Frontend: HTML, CSS, JavaScript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Backend: Python Flask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88336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AI/NLP: spaCy + rule-based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5264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Parsing: PyMuPDF + python-docx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22191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Database: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Deployment target: Render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SkillOrbit AI Capstone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/ NLP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Role-specific skill dictionaries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Keyword and phrase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88336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Resume section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5264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Heuristic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22191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Rule-based feedback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Explainable outputs rather than black-box predictions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SkillOrbit AI Capstone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Resume score /100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ATS compatibility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88336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Matched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5264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Missing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22191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Resume structure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Smart improvement suggestions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SkillOrbit AI Capstone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Validated PDF/DOCX input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Checked missing/unsupported input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88336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Tested role-specific keyword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5264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Verified dashboard rendering with sample resume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SkillOrbit AI Capstone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Limitations: heuristic keyword matching, no deep learning, educational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Future: embeddings, semantic similarity, job-description upload, version comparison, secure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SkillOrbit AI Capstone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The project combines document parsing, basic NLP, rule-based AI, web development and dashboard visualization into a practical HR-tech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SkillOrbit AI Capstone  |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